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0"/>
            <a:ext cx="8412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AuditPilot</a:t>
            </a:r>
            <a:endParaRPr lang="en-US" sz="5600" dirty="0"/>
          </a:p>
        </p:txBody>
      </p:sp>
      <p:sp>
        <p:nvSpPr>
          <p:cNvPr id="4" name="Text 2"/>
          <p:cNvSpPr/>
          <p:nvPr/>
        </p:nvSpPr>
        <p:spPr>
          <a:xfrm>
            <a:off x="365760" y="22860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compliance documentation across your data stack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65760" y="3017520"/>
            <a:ext cx="2743200" cy="36576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3200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UiPath AgentHack 2026  |  </a:t>
            </a:r>
            <a:pPr indent="0" marL="0">
              <a:buNone/>
            </a:pPr>
            <a:r>
              <a:rPr lang="en-US" sz="13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2: Maestro BPMN  |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AuditPilot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65760" y="4389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  UiPath · Arize Phoenix · Claude Code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Problem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365760" y="1097280"/>
            <a:ext cx="265176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365760" y="1097280"/>
            <a:ext cx="2651760" cy="73152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280160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⏱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365760" y="210312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3-4 hours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02920" y="2697480"/>
            <a:ext cx="23774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spent every month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manually taking screenshots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pasting into Excel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00400" y="1097280"/>
            <a:ext cx="265176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0" y="1097280"/>
            <a:ext cx="2651760" cy="73152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0" y="1280160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⚠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3200400" y="210312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Error-prone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3337560" y="2697480"/>
            <a:ext cx="23774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 screenshots,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missed connections,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audit trail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035040" y="1097280"/>
            <a:ext cx="265176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035040" y="1097280"/>
            <a:ext cx="2651760" cy="73152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035040" y="1280160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📉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6035040" y="210312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Zero intelligence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6172200" y="2697480"/>
            <a:ext cx="23774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anomaly detection,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escalation,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scalability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month. Every tool. Every connection. Manually.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Solution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AuditPilot automates the entire compliance documentation workflow — end to end.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274320" y="1554480"/>
            <a:ext cx="2011680" cy="3108960"/>
          </a:xfrm>
          <a:prstGeom prst="rect">
            <a:avLst/>
          </a:prstGeom>
          <a:solidFill>
            <a:srgbClr val="0F346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1554480"/>
            <a:ext cx="2011680" cy="54864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64592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2C39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274320" y="224028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RPA captures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65760" y="2788920"/>
            <a:ext cx="18288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Navigates Fivetran, Snowflake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GitHub. Screenshots every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connection automatically.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286000" y="2880360"/>
            <a:ext cx="182880" cy="0"/>
          </a:xfrm>
          <a:prstGeom prst="line">
            <a:avLst/>
          </a:prstGeom>
          <a:noFill/>
          <a:ln w="25400">
            <a:solidFill>
              <a:srgbClr val="02C39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468880" y="1554480"/>
            <a:ext cx="2011680" cy="3108960"/>
          </a:xfrm>
          <a:prstGeom prst="rect">
            <a:avLst/>
          </a:prstGeom>
          <a:solidFill>
            <a:srgbClr val="0F346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468880" y="1554480"/>
            <a:ext cx="2011680" cy="54864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468880" y="164592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2C39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2468880" y="224028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 validates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2560320" y="2788920"/>
            <a:ext cx="18288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checks for anomalies —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unexpected users, access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spikes, missing teams.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480560" y="2880360"/>
            <a:ext cx="182880" cy="0"/>
          </a:xfrm>
          <a:prstGeom prst="line">
            <a:avLst/>
          </a:prstGeom>
          <a:noFill/>
          <a:ln w="25400">
            <a:solidFill>
              <a:srgbClr val="02C39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663440" y="1554480"/>
            <a:ext cx="2011680" cy="3108960"/>
          </a:xfrm>
          <a:prstGeom prst="rect">
            <a:avLst/>
          </a:prstGeom>
          <a:solidFill>
            <a:srgbClr val="0F346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663440" y="1554480"/>
            <a:ext cx="2011680" cy="54864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663440" y="164592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2C39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4663440" y="224028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Human reviews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4754880" y="2788920"/>
            <a:ext cx="18288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Maestro Case routes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suspicious findings to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human reviewer.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675120" y="2880360"/>
            <a:ext cx="182880" cy="0"/>
          </a:xfrm>
          <a:prstGeom prst="line">
            <a:avLst/>
          </a:prstGeom>
          <a:noFill/>
          <a:ln w="25400">
            <a:solidFill>
              <a:srgbClr val="02C39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858000" y="1554480"/>
            <a:ext cx="2011680" cy="3108960"/>
          </a:xfrm>
          <a:prstGeom prst="rect">
            <a:avLst/>
          </a:prstGeom>
          <a:solidFill>
            <a:srgbClr val="0F346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858000" y="1554480"/>
            <a:ext cx="2011680" cy="54864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858000" y="164592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2C39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2800" dirty="0"/>
          </a:p>
        </p:txBody>
      </p:sp>
      <p:sp>
        <p:nvSpPr>
          <p:cNvPr id="25" name="Text 23"/>
          <p:cNvSpPr/>
          <p:nvPr/>
        </p:nvSpPr>
        <p:spPr>
          <a:xfrm>
            <a:off x="6858000" y="224028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Report generated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6949440" y="2788920"/>
            <a:ext cx="18288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control doc with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summaries, highlights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full audit trail.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Architecture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365760" y="1143000"/>
            <a:ext cx="265176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365760" y="1143000"/>
            <a:ext cx="91440" cy="132588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32588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UiPath Maestro BPMN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182880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orchestration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00400" y="1143000"/>
            <a:ext cx="265176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0" y="1143000"/>
            <a:ext cx="91440" cy="1325880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383280" y="132588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UiPath Maestro Case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383280" y="182880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 escalation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035040" y="1143000"/>
            <a:ext cx="265176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035040" y="1143000"/>
            <a:ext cx="91440" cy="13258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17920" y="132588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UiPath Agent Builder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217920" y="182880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validation agent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2697480"/>
            <a:ext cx="265176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2697480"/>
            <a:ext cx="91440" cy="1325880"/>
          </a:xfrm>
          <a:prstGeom prst="rect">
            <a:avLst/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288036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UiPath Studio Web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48640" y="338328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RPA browser automation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200400" y="2697480"/>
            <a:ext cx="265176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200400" y="2697480"/>
            <a:ext cx="91440" cy="1325880"/>
          </a:xfrm>
          <a:prstGeom prst="rect">
            <a:avLst/>
          </a:prstGeom>
          <a:solidFill>
            <a:srgbClr val="854F0B"/>
          </a:solidFill>
          <a:ln w="12700">
            <a:solidFill>
              <a:srgbClr val="854F0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383280" y="288036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Arize Phoenix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383280" y="338328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observability + tracing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035040" y="2697480"/>
            <a:ext cx="265176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035040" y="2697480"/>
            <a:ext cx="91440" cy="1325880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217920" y="288036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217920" y="338328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Coding agent — built this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integrations: Fivetran  ·  Snowflake  ·  GitHub  ·  Microsoft Excel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Arize Phoenix — Agent Observability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agent decision is traced. Every human override becomes ground truth.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65760" y="1508760"/>
            <a:ext cx="4114800" cy="1463040"/>
          </a:xfrm>
          <a:prstGeom prst="rect">
            <a:avLst/>
          </a:prstGeom>
          <a:solidFill>
            <a:srgbClr val="0F346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508760"/>
            <a:ext cx="4114800" cy="54864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618488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decision tracing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2920" y="2057400"/>
            <a:ext cx="3840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screenshot validation is logged as a span — LLM input, output, confidence, anomalies, and latency.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754880" y="1508760"/>
            <a:ext cx="4114800" cy="1463040"/>
          </a:xfrm>
          <a:prstGeom prst="rect">
            <a:avLst/>
          </a:prstGeom>
          <a:solidFill>
            <a:srgbClr val="0F346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754880" y="1508760"/>
            <a:ext cx="4114800" cy="54864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92040" y="1618488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feedback loop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892040" y="2057400"/>
            <a:ext cx="3840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Maestro Case resolves, the human decision is logged back to Arize as ground truth. Agent improves over time.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65760" y="3154680"/>
            <a:ext cx="4114800" cy="1463040"/>
          </a:xfrm>
          <a:prstGeom prst="rect">
            <a:avLst/>
          </a:prstGeom>
          <a:solidFill>
            <a:srgbClr val="0F346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3154680"/>
            <a:ext cx="4114800" cy="54864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3264408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Drift detection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02920" y="3703320"/>
            <a:ext cx="3840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each monthly run, AuditPilot checks if approval rate has drifted. Alerts fired if agent behaviour changes.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754880" y="3154680"/>
            <a:ext cx="4114800" cy="1463040"/>
          </a:xfrm>
          <a:prstGeom prst="rect">
            <a:avLst/>
          </a:prstGeom>
          <a:solidFill>
            <a:srgbClr val="0F346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54880" y="3154680"/>
            <a:ext cx="4114800" cy="54864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92040" y="3264408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Run-level metrics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892040" y="3703320"/>
            <a:ext cx="3840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audit summary spans track total screenshots, approval rate, escalations, and run duration over time.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Business Impact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365760" y="1097280"/>
            <a:ext cx="2651760" cy="228600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365760" y="1097280"/>
            <a:ext cx="2651760" cy="7315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280160"/>
            <a:ext cx="26517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2C39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3-4 hrs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365760" y="219456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saved every month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2920" y="2651760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compliance engineer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00400" y="1097280"/>
            <a:ext cx="2651760" cy="228600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0" y="1097280"/>
            <a:ext cx="2651760" cy="7315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0" y="1280160"/>
            <a:ext cx="26517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2C39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~0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3200400" y="219456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errors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337560" y="2651760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screenshots always captured correctly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035040" y="1097280"/>
            <a:ext cx="2651760" cy="228600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035040" y="1097280"/>
            <a:ext cx="2651760" cy="7315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035040" y="1280160"/>
            <a:ext cx="26517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2C39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100%</a:t>
            </a:r>
            <a:endParaRPr lang="en-US" sz="4000" dirty="0"/>
          </a:p>
        </p:txBody>
      </p:sp>
      <p:sp>
        <p:nvSpPr>
          <p:cNvPr id="16" name="Text 14"/>
          <p:cNvSpPr/>
          <p:nvPr/>
        </p:nvSpPr>
        <p:spPr>
          <a:xfrm>
            <a:off x="6035040" y="219456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trail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172200" y="2651760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decision logged and traceable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7200" y="356616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AuditPilot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754880" y="356616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AuditPilot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57200" y="3977640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3-4 hours manual effort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57200" y="4233672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Screenshot errors common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57200" y="4489704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No anomaly detection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57200" y="4745736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Scales poorly with connections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754880" y="3977640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Runs in minutes, automated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754880" y="4233672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Zero manual errors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754880" y="4489704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AI detects anomalies instantly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754880" y="4745736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Scales to any SaaS tool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Live Demo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365760" y="1051560"/>
            <a:ext cx="4114800" cy="822960"/>
          </a:xfrm>
          <a:prstGeom prst="rect">
            <a:avLst/>
          </a:prstGeom>
          <a:solidFill>
            <a:srgbClr val="0F346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1051560"/>
            <a:ext cx="457200" cy="82296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051560"/>
            <a:ext cx="457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14400" y="1124712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trigger fires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14400" y="1472184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Scheduler kicks off the Maestro BPMN process automatically.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2011680"/>
            <a:ext cx="4114800" cy="822960"/>
          </a:xfrm>
          <a:prstGeom prst="rect">
            <a:avLst/>
          </a:prstGeom>
          <a:solidFill>
            <a:srgbClr val="0F346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5760" y="2011680"/>
            <a:ext cx="457200" cy="82296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2011680"/>
            <a:ext cx="457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14400" y="2084832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RPA navigates Fivetran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14400" y="2432304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UiPath Studio Web opens each connection and captures screenshots.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2971800"/>
            <a:ext cx="4114800" cy="822960"/>
          </a:xfrm>
          <a:prstGeom prst="rect">
            <a:avLst/>
          </a:prstGeom>
          <a:solidFill>
            <a:srgbClr val="0F346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971800"/>
            <a:ext cx="457200" cy="82296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971800"/>
            <a:ext cx="457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914400" y="3044952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validation runs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914400" y="3392424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analyses screenshots — flags Production DB user spike.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931920"/>
            <a:ext cx="4114800" cy="822960"/>
          </a:xfrm>
          <a:prstGeom prst="rect">
            <a:avLst/>
          </a:prstGeom>
          <a:solidFill>
            <a:srgbClr val="0F346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65760" y="3931920"/>
            <a:ext cx="457200" cy="82296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931920"/>
            <a:ext cx="457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914400" y="4005072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Maestro Case opens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914400" y="4352544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 routed to human reviewer with full context.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754880" y="1051560"/>
            <a:ext cx="4114800" cy="822960"/>
          </a:xfrm>
          <a:prstGeom prst="rect">
            <a:avLst/>
          </a:prstGeom>
          <a:solidFill>
            <a:srgbClr val="0F346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54880" y="1051560"/>
            <a:ext cx="457200" cy="82296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54880" y="1051560"/>
            <a:ext cx="457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5303520" y="1124712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Retry badge shown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303520" y="1472184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Element-level retry logic fires on a slow-loading screenshot.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754880" y="2011680"/>
            <a:ext cx="4114800" cy="822960"/>
          </a:xfrm>
          <a:prstGeom prst="rect">
            <a:avLst/>
          </a:prstGeom>
          <a:solidFill>
            <a:srgbClr val="0F346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754880" y="2011680"/>
            <a:ext cx="457200" cy="82296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754880" y="2011680"/>
            <a:ext cx="457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5303520" y="2084832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report generated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5303520" y="2432304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document built with AI summaries and anomaly highlights.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754880" y="2971800"/>
            <a:ext cx="4114800" cy="822960"/>
          </a:xfrm>
          <a:prstGeom prst="rect">
            <a:avLst/>
          </a:prstGeom>
          <a:solidFill>
            <a:srgbClr val="0F346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754880" y="2971800"/>
            <a:ext cx="457200" cy="82296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754880" y="2971800"/>
            <a:ext cx="457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5303520" y="3044952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Arize traces shown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5303520" y="3392424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Phoenix dashboard displays every agent decision and human feedback.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What's Next for AuditPilot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365760" y="1097280"/>
            <a:ext cx="265176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365760" y="1097280"/>
            <a:ext cx="2651760" cy="45720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09728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Now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169164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Fivetran, Snowflake, GitHub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2350008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AI anomaly detection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3008376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Maestro Case escalation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3666744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Arize Phoenix observability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00400" y="1097280"/>
            <a:ext cx="265176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0" y="1097280"/>
            <a:ext cx="2651760" cy="4572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0" y="109728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Next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383280" y="169164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Databricks + dbt Cloud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383280" y="2350008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PDF compliance reports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383280" y="3008376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Automated remediation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383280" y="3666744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SOC 2 / ISO 27001 mapping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035040" y="1097280"/>
            <a:ext cx="265176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035040" y="1097280"/>
            <a:ext cx="2651760" cy="4572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035040" y="109728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Future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217920" y="169164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Live compliance dashboard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217920" y="2350008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Natural language audit queries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217920" y="3008376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Multi-tenant enterprise mode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217920" y="3666744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Predictive risk scoring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Thank You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365760" y="214884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AuditPilot — Agentic compliance documentation for the modern data stack.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65760" y="2834640"/>
            <a:ext cx="3200400" cy="36576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301752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GitHub:   github.com/suryahackathon-cyber/auditpilot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65760" y="340156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Track:    Track 2 — UiPath Maestro BPMN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65760" y="3785616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Stack:    UiPath · Arize Phoenix · Claude Code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65760" y="4663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UiPath AgentHack 2026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AuditPilot — UiPath AgentHack 2026</dc:title>
  <dc:subject>PptxGenJS Presentation</dc:subject>
  <dc:creator>Team AuditPilot</dc:creator>
  <cp:lastModifiedBy>Team AuditPilot</cp:lastModifiedBy>
  <cp:revision>1</cp:revision>
  <dcterms:created xsi:type="dcterms:W3CDTF">2026-05-27T08:01:29Z</dcterms:created>
  <dcterms:modified xsi:type="dcterms:W3CDTF">2026-05-27T08:01:29Z</dcterms:modified>
</cp:coreProperties>
</file>